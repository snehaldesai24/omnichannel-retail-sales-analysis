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67" r:id="rId3"/>
    <p:sldId id="257" r:id="rId4"/>
    <p:sldId id="268" r:id="rId5"/>
    <p:sldId id="258" r:id="rId6"/>
    <p:sldId id="259" r:id="rId7"/>
    <p:sldId id="261" r:id="rId8"/>
    <p:sldId id="266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2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95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41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5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61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118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868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30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0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2645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715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834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779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7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919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0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67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  <p:sldLayoutId id="214748377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325" y="2226504"/>
            <a:ext cx="7582235" cy="2278344"/>
          </a:xfrm>
        </p:spPr>
        <p:txBody>
          <a:bodyPr/>
          <a:lstStyle/>
          <a:p>
            <a:r>
              <a:rPr lang="en-IN" dirty="0"/>
              <a:t>Omnichannel Retail Analytics Project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7411120" cy="861420"/>
          </a:xfrm>
        </p:spPr>
        <p:txBody>
          <a:bodyPr/>
          <a:lstStyle/>
          <a:p>
            <a:r>
              <a:rPr dirty="0"/>
              <a:t>Python </a:t>
            </a:r>
            <a:r>
              <a:rPr lang="en-IN" dirty="0"/>
              <a:t> | SQL Server (SSMS)|</a:t>
            </a:r>
            <a:r>
              <a:rPr dirty="0"/>
              <a:t> 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303B39-6416-4900-946B-2519520DF159}"/>
              </a:ext>
            </a:extLst>
          </p:cNvPr>
          <p:cNvSpPr txBox="1"/>
          <p:nvPr/>
        </p:nvSpPr>
        <p:spPr>
          <a:xfrm>
            <a:off x="7610475" y="5911333"/>
            <a:ext cx="1104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Snehal</a:t>
            </a:r>
            <a:r>
              <a:rPr lang="en-IN" sz="11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Desai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8CB1D-E9BC-4C06-AC1F-CFAD2593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2C27689-F8A9-4259-A4A8-9DD60FCA6B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4381" y="2813113"/>
            <a:ext cx="8023980" cy="2882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Retail data is scattered across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multiple channels (online &amp; offline),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making it difficult to get a unified view of overall business performance. </a:t>
            </a:r>
          </a:p>
          <a:p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Businesses struggle to make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data-driven decisions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  <a:cs typeface="Calibri" panose="020F0502020204030204" pitchFamily="34" charset="0"/>
              </a:rPr>
              <a:t>due to limited visibility and absence of a centralized analytical dashboard. </a:t>
            </a:r>
          </a:p>
          <a:p>
            <a:pPr marL="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2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Objective:</a:t>
            </a:r>
          </a:p>
          <a:p>
            <a:r>
              <a:rPr lang="en-US" dirty="0"/>
              <a:t>Clean and integrate retail data.</a:t>
            </a:r>
          </a:p>
          <a:p>
            <a:r>
              <a:rPr lang="en-US" dirty="0"/>
              <a:t>Perform data analysis using SQL.</a:t>
            </a:r>
          </a:p>
          <a:p>
            <a:r>
              <a:rPr lang="en-US" dirty="0"/>
              <a:t>Build interactive dashboard in Power BI.</a:t>
            </a:r>
          </a:p>
          <a:p>
            <a:r>
              <a:rPr lang="en-US" dirty="0"/>
              <a:t>Generate business insights.</a:t>
            </a:r>
          </a:p>
          <a:p>
            <a:endParaRPr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5D8E-FD0C-4FC7-891A-9B3DC9541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AF3A6-D239-4A8D-8A01-97A34A085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Tools Used:</a:t>
            </a:r>
          </a:p>
          <a:p>
            <a:r>
              <a:rPr lang="en-IN" dirty="0"/>
              <a:t>- Python (Pandas, NumPy)</a:t>
            </a:r>
          </a:p>
          <a:p>
            <a:r>
              <a:rPr lang="en-IN" dirty="0"/>
              <a:t>- SQL Server (SSMS)</a:t>
            </a:r>
          </a:p>
          <a:p>
            <a:r>
              <a:rPr lang="en-IN" dirty="0"/>
              <a:t>- Power BI (DAX, DATA </a:t>
            </a:r>
            <a:r>
              <a:rPr lang="en-IN" dirty="0" err="1"/>
              <a:t>Modeling</a:t>
            </a:r>
            <a:r>
              <a:rPr lang="en-IN" dirty="0"/>
              <a:t>)</a:t>
            </a:r>
          </a:p>
          <a:p>
            <a:r>
              <a:rPr lang="en-IN" dirty="0"/>
              <a:t>- GitHub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622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175" y="927098"/>
            <a:ext cx="6571467" cy="709865"/>
          </a:xfrm>
        </p:spPr>
        <p:txBody>
          <a:bodyPr>
            <a:normAutofit fontScale="90000"/>
          </a:bodyPr>
          <a:lstStyle/>
          <a:p>
            <a:r>
              <a:rPr lang="en-IN" dirty="0"/>
              <a:t>Data Cleaning Techniques (Python)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Imported raw dataset into Python</a:t>
            </a:r>
          </a:p>
          <a:p>
            <a:r>
              <a:rPr lang="en-IN" dirty="0"/>
              <a:t> </a:t>
            </a:r>
            <a:r>
              <a:rPr dirty="0"/>
              <a:t>Handled missing values (</a:t>
            </a:r>
            <a:r>
              <a:rPr dirty="0" err="1"/>
              <a:t>CustomerID</a:t>
            </a:r>
            <a:r>
              <a:rPr dirty="0"/>
              <a:t>, Description)</a:t>
            </a:r>
          </a:p>
          <a:p>
            <a:r>
              <a:rPr lang="en-IN" dirty="0"/>
              <a:t> </a:t>
            </a:r>
            <a:r>
              <a:rPr dirty="0"/>
              <a:t>Removed duplicate records</a:t>
            </a:r>
          </a:p>
          <a:p>
            <a:r>
              <a:rPr lang="en-IN" dirty="0"/>
              <a:t> </a:t>
            </a:r>
            <a:r>
              <a:rPr dirty="0"/>
              <a:t>Standardized date/time formats</a:t>
            </a:r>
          </a:p>
          <a:p>
            <a:r>
              <a:rPr lang="en-IN" dirty="0"/>
              <a:t> </a:t>
            </a:r>
            <a:r>
              <a:rPr dirty="0"/>
              <a:t>Validated and corrected data types</a:t>
            </a:r>
            <a:endParaRPr lang="en-IN" dirty="0"/>
          </a:p>
          <a:p>
            <a:r>
              <a:rPr lang="en-US" dirty="0"/>
              <a:t> Feature Engineering (Revenue = Quantity × </a:t>
            </a:r>
            <a:r>
              <a:rPr lang="en-US" dirty="0" err="1"/>
              <a:t>UnitPrice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575" y="927098"/>
            <a:ext cx="7829549" cy="996952"/>
          </a:xfrm>
        </p:spPr>
        <p:txBody>
          <a:bodyPr/>
          <a:lstStyle/>
          <a:p>
            <a:r>
              <a:rPr lang="en-IN" dirty="0"/>
              <a:t>SQL Data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Imported cleaned data into SQL Server</a:t>
            </a:r>
          </a:p>
          <a:p>
            <a:r>
              <a:rPr lang="en-US" dirty="0"/>
              <a:t>Validated dataset and schema</a:t>
            </a:r>
          </a:p>
          <a:p>
            <a:r>
              <a:rPr lang="en-US" dirty="0"/>
              <a:t>Performed aggregations and KPI calculations</a:t>
            </a:r>
          </a:p>
          <a:p>
            <a:r>
              <a:rPr lang="en-US" dirty="0"/>
              <a:t>Prepared data for visualization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Created relationships between tables</a:t>
            </a:r>
          </a:p>
          <a:p>
            <a:r>
              <a:rPr dirty="0"/>
              <a:t>- Star schema approach</a:t>
            </a:r>
          </a:p>
          <a:p>
            <a:r>
              <a:rPr dirty="0"/>
              <a:t>- Defined measures using DAX</a:t>
            </a:r>
          </a:p>
          <a:p>
            <a:r>
              <a:rPr dirty="0"/>
              <a:t>- </a:t>
            </a:r>
            <a:r>
              <a:rPr lang="en-IN" dirty="0"/>
              <a:t>Optimized data model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F8356F-17F3-41F6-9E09-081F17188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2369574"/>
            <a:ext cx="6838950" cy="39455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E21B77-18B7-4706-8100-4E4258D591C2}"/>
              </a:ext>
            </a:extLst>
          </p:cNvPr>
          <p:cNvSpPr txBox="1"/>
          <p:nvPr/>
        </p:nvSpPr>
        <p:spPr>
          <a:xfrm>
            <a:off x="809625" y="1009650"/>
            <a:ext cx="38671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Data </a:t>
            </a:r>
            <a:r>
              <a:rPr lang="en-IN" sz="2800" dirty="0" err="1">
                <a:solidFill>
                  <a:schemeClr val="bg1"/>
                </a:solidFill>
              </a:rPr>
              <a:t>Modeling</a:t>
            </a:r>
            <a:endParaRPr lang="en-IN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207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7870043" cy="3530600"/>
          </a:xfrm>
        </p:spPr>
        <p:txBody>
          <a:bodyPr/>
          <a:lstStyle/>
          <a:p>
            <a:r>
              <a:rPr dirty="0"/>
              <a:t>Python used for efficient data cleaning</a:t>
            </a:r>
            <a:endParaRPr lang="en-IN" dirty="0"/>
          </a:p>
          <a:p>
            <a:r>
              <a:rPr lang="en-US" dirty="0"/>
              <a:t>SQL used for data analysis</a:t>
            </a:r>
            <a:endParaRPr dirty="0"/>
          </a:p>
          <a:p>
            <a:r>
              <a:rPr dirty="0"/>
              <a:t>Power BI used for visualization &amp; modeling</a:t>
            </a:r>
          </a:p>
          <a:p>
            <a:r>
              <a:rPr lang="en-IN" dirty="0"/>
              <a:t>P</a:t>
            </a:r>
            <a:r>
              <a:rPr dirty="0" err="1"/>
              <a:t>roject</a:t>
            </a:r>
            <a:r>
              <a:rPr dirty="0"/>
              <a:t> demonstrates end-to-end data analytics workflow</a:t>
            </a:r>
            <a:endParaRPr lang="en-I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688</TotalTime>
  <Words>234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Omnichannel Retail Analytics Project</vt:lpstr>
      <vt:lpstr>Problem Statement</vt:lpstr>
      <vt:lpstr>Project Overview</vt:lpstr>
      <vt:lpstr>Tools &amp; Technologies</vt:lpstr>
      <vt:lpstr>Data Cleaning Techniques (Python)</vt:lpstr>
      <vt:lpstr>SQL Data Analysis</vt:lpstr>
      <vt:lpstr>Data Modeling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Data Analytics Project</dc:title>
  <dc:subject/>
  <dc:creator/>
  <cp:keywords/>
  <dc:description>generated using python-pptx</dc:description>
  <cp:lastModifiedBy>Sanket Desai</cp:lastModifiedBy>
  <cp:revision>11</cp:revision>
  <dcterms:created xsi:type="dcterms:W3CDTF">2013-01-27T09:14:16Z</dcterms:created>
  <dcterms:modified xsi:type="dcterms:W3CDTF">2026-03-28T08:30:25Z</dcterms:modified>
  <cp:category/>
</cp:coreProperties>
</file>